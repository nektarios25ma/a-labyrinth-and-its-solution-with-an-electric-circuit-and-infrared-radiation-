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3" r:id="rId6"/>
    <p:sldId id="262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2554" autoAdjust="0"/>
  </p:normalViewPr>
  <p:slideViewPr>
    <p:cSldViewPr snapToGrid="0">
      <p:cViewPr varScale="1">
        <p:scale>
          <a:sx n="106" d="100"/>
          <a:sy n="106" d="100"/>
        </p:scale>
        <p:origin x="7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97AA372-7E65-7AFC-CCAB-BD255309ED97}"/>
              </a:ext>
            </a:extLst>
          </p:cNvPr>
          <p:cNvSpPr txBox="1"/>
          <p:nvPr/>
        </p:nvSpPr>
        <p:spPr>
          <a:xfrm>
            <a:off x="2484407" y="-120769"/>
            <a:ext cx="94545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ΤΙΤΛΟΣ ΕΡΓΑΣΙΑΣ</a:t>
            </a:r>
            <a:endParaRPr lang="el-G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 υπέρυθρη ακτινοβολία ως εργαλείο μελέτης κυκλωμάτων και άλλα εργαλεία ανάλυσης τους</a:t>
            </a:r>
          </a:p>
          <a:p>
            <a:r>
              <a:rPr lang="el-GR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ΓΕΛ ΝΕΑΣ ΚΥΔΩΝΙΑΣ</a:t>
            </a:r>
            <a:endParaRPr lang="el-G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38D432-0DCC-AE30-4CD2-9C7B0561CB74}"/>
              </a:ext>
            </a:extLst>
          </p:cNvPr>
          <p:cNvSpPr txBox="1"/>
          <p:nvPr/>
        </p:nvSpPr>
        <p:spPr>
          <a:xfrm>
            <a:off x="2406770" y="3664883"/>
            <a:ext cx="91526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ΕΡΓΟ ΤΩΝ ΜΑΘΗΤΡΙΩΝ: ΤΡΟΥΛΑΚΗ ΑΝΘΗ , ΤΣΑΚΙΡΗ ΑΜΑΝΤΑ , ΧΑΛΙΒΕΛΑΚΗ ΗΛΕΚΤΡΑ , ΠΑΠΑΘΕΟΦΑΝΟΥΣ ΧΡΥΣΟΥΛΑ, ΠΛΑΤΣΑΚΗ ΠΑΝΑΓΙΩΤΑ ΚΑΙ ……………………….. =&gt;ΟΜΑΔΑ ΛΑΒΥΡΙΝΘΟΣ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81E1C-29EB-502C-1BA7-C49BA95375FB}"/>
              </a:ext>
            </a:extLst>
          </p:cNvPr>
          <p:cNvSpPr txBox="1"/>
          <p:nvPr/>
        </p:nvSpPr>
        <p:spPr>
          <a:xfrm>
            <a:off x="2484407" y="6219428"/>
            <a:ext cx="8997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ΥΠΕΥΘΥΝΟΣ ΚΑΘΗΓΗΤΗΣ : ΚΟΥΡΑΚΗΣ ΝΕΚΤΑΡΙΟΣ</a:t>
            </a:r>
          </a:p>
        </p:txBody>
      </p:sp>
    </p:spTree>
    <p:extLst>
      <p:ext uri="{BB962C8B-B14F-4D97-AF65-F5344CB8AC3E}">
        <p14:creationId xmlns:p14="http://schemas.microsoft.com/office/powerpoint/2010/main" val="963995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58AC15-7264-DE33-DB0D-20BB82E66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638" y="-60385"/>
            <a:ext cx="6883879" cy="691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91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781E071-6A0A-44E8-ED30-E1A480FC1029}"/>
              </a:ext>
            </a:extLst>
          </p:cNvPr>
          <p:cNvSpPr txBox="1"/>
          <p:nvPr/>
        </p:nvSpPr>
        <p:spPr>
          <a:xfrm>
            <a:off x="1587260" y="155275"/>
            <a:ext cx="94890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Παρουσιάζεται μία κατασκευή χαμηλού κόστους για τη διδασκαλία βασικών εννοιών του Ηλεκτρομαγνητισμού και της Ανάλυσης Κυκλωμάτων, με τη μορφή μινιατούρας λαβυρίνθου (23×23 cm). </a:t>
            </a:r>
          </a:p>
          <a:p>
            <a:endParaRPr lang="el-G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56E637-1CF0-7B38-376A-FC9773FE7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507" y="839385"/>
            <a:ext cx="6930139" cy="43278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4877A7-1CAB-AE9C-387B-7B13F57F7FD3}"/>
              </a:ext>
            </a:extLst>
          </p:cNvPr>
          <p:cNvSpPr txBox="1"/>
          <p:nvPr/>
        </p:nvSpPr>
        <p:spPr>
          <a:xfrm>
            <a:off x="983411" y="1233577"/>
            <a:ext cx="2286262" cy="4603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Η διαδρομή του λαβυρίνθου υλοποιείται - διακλαδώνεται με σύρμα χρωμονικελίνης (NiCr) συνολικής αντίστασης ~22 Ω. Με τροφοδότηση συνεχούς τάσης 20 V αναπτύσσεται ισχύς Joule P=V²/R≈18 W πάνω στο σύρμα, με αποτέλεσμα  μετρήσιμη αύξηση θερμοκρασίας. </a:t>
            </a:r>
          </a:p>
        </p:txBody>
      </p:sp>
    </p:spTree>
    <p:extLst>
      <p:ext uri="{BB962C8B-B14F-4D97-AF65-F5344CB8AC3E}">
        <p14:creationId xmlns:p14="http://schemas.microsoft.com/office/powerpoint/2010/main" val="1026258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7B37956-AD8F-0903-83C3-526255EEA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052" y="0"/>
            <a:ext cx="864981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FEABCA-96BE-4145-76B8-DF86E6DE0D55}"/>
              </a:ext>
            </a:extLst>
          </p:cNvPr>
          <p:cNvSpPr txBox="1"/>
          <p:nvPr/>
        </p:nvSpPr>
        <p:spPr>
          <a:xfrm>
            <a:off x="1091953" y="0"/>
            <a:ext cx="295626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 «σωστή» διαδρομή του λαβυρίνθου οπτικοποιείται σε πραγματικό χρόνο μέσω υπέρυθρης κάμερας/θερμογράφου ή/και αισθητήρα υπερύθρων, προσφέροντας ισχυρό οπτικό ανάλογο της ροής ρεύματος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l-G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615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8E7A4C-45F9-4E33-5D66-2D278E648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10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C3B68A-A8E6-E530-C8FE-3B1016128201}"/>
              </a:ext>
            </a:extLst>
          </p:cNvPr>
          <p:cNvSpPr txBox="1"/>
          <p:nvPr/>
        </p:nvSpPr>
        <p:spPr>
          <a:xfrm>
            <a:off x="1704514" y="319596"/>
            <a:ext cx="892205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4800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2ο μέρος:</a:t>
            </a:r>
            <a:r>
              <a:rPr lang="el-GR" sz="4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l-G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Θα μπορούσε το ηλεκτρικό ρεύμα να υπερπηδήσει το εμπόδιο του αδιέξοδου;                                  ΝΑΙ   </a:t>
            </a:r>
            <a:r>
              <a:rPr lang="el-GR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ΑΛΛΑ</a:t>
            </a:r>
            <a:r>
              <a:rPr lang="el-G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ΜΟΝΟ ΣΤΟ ΕΝΑΛΛΑΣΣΟΜΕΝΟ ΗΛΕΚΤΡΙΚΟ ΡΕΥΜΑ ,                   ΣΤΗΝ ΣΥΝΕΧΕΙΑ Ο ΤΡΟΠΟΣ   </a:t>
            </a:r>
          </a:p>
        </p:txBody>
      </p:sp>
    </p:spTree>
    <p:extLst>
      <p:ext uri="{BB962C8B-B14F-4D97-AF65-F5344CB8AC3E}">
        <p14:creationId xmlns:p14="http://schemas.microsoft.com/office/powerpoint/2010/main" val="3795068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0F0701-AF93-D774-0F58-4601CAEDEE95}"/>
              </a:ext>
            </a:extLst>
          </p:cNvPr>
          <p:cNvSpPr txBox="1"/>
          <p:nvPr/>
        </p:nvSpPr>
        <p:spPr>
          <a:xfrm>
            <a:off x="210705" y="179432"/>
            <a:ext cx="914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>
                <a:solidFill>
                  <a:schemeClr val="bg1"/>
                </a:solidFill>
              </a:rPr>
              <a:t>….και αυτό γινεται μέσω της αμοιβαίας επαγωγής.</a:t>
            </a:r>
          </a:p>
          <a:p>
            <a:endParaRPr lang="el-G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1973EE-D3E9-3073-152A-F9CF5A703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130" y="807359"/>
            <a:ext cx="6505575" cy="439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2CB014-920F-1AEE-4706-6E2FC2ED5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" y="2418567"/>
            <a:ext cx="2994559" cy="11686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CF5015-2DDF-03CD-6364-B8C21747558D}"/>
              </a:ext>
            </a:extLst>
          </p:cNvPr>
          <p:cNvSpPr txBox="1"/>
          <p:nvPr/>
        </p:nvSpPr>
        <p:spPr>
          <a:xfrm>
            <a:off x="271442" y="5355128"/>
            <a:ext cx="641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Στην αμοιβαία επαγωγή έχουμε ασύρματη μεταφορά ενέργειας από το πρώτο πηνίο στο δεύτερο….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480F48-2D35-ED6C-BBE8-DA45882176EA}"/>
              </a:ext>
            </a:extLst>
          </p:cNvPr>
          <p:cNvSpPr txBox="1"/>
          <p:nvPr/>
        </p:nvSpPr>
        <p:spPr>
          <a:xfrm>
            <a:off x="6817259" y="5355128"/>
            <a:ext cx="43185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b="1" dirty="0"/>
              <a:t>Εάν όμως αυτή η ασύρματη μεταφορά ενεργειας δεν επαρκεί για να ανάψει ένα λαμπάκι τότε:</a:t>
            </a:r>
          </a:p>
        </p:txBody>
      </p:sp>
    </p:spTree>
    <p:extLst>
      <p:ext uri="{BB962C8B-B14F-4D97-AF65-F5344CB8AC3E}">
        <p14:creationId xmlns:p14="http://schemas.microsoft.com/office/powerpoint/2010/main" val="4247645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EABAD8-46B3-96F1-FA9A-51DC3AF1CCE3}"/>
              </a:ext>
            </a:extLst>
          </p:cNvPr>
          <p:cNvSpPr txBox="1"/>
          <p:nvPr/>
        </p:nvSpPr>
        <p:spPr>
          <a:xfrm>
            <a:off x="1127094" y="6375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Λύση=&gt;Κύκλωμα 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</a:t>
            </a:r>
            <a:r>
              <a:rPr lang="el-G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GB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74A36-4A81-3A4C-DD38-3971EB03B83D}"/>
              </a:ext>
            </a:extLst>
          </p:cNvPr>
          <p:cNvSpPr txBox="1"/>
          <p:nvPr/>
        </p:nvSpPr>
        <p:spPr>
          <a:xfrm>
            <a:off x="1127094" y="352753"/>
            <a:ext cx="618796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Η συχνότητα του εναλλασσόμενου ρεύματος που δίνεται στο </a:t>
            </a:r>
            <a:r>
              <a:rPr lang="el-G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l-G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ο   όταν</a:t>
            </a:r>
            <a:r>
              <a:rPr lang="el-G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l-G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δίνεται από την σχέση 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1FD483-2209-0B43-1714-C3569E997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469" y="1179166"/>
            <a:ext cx="1846324" cy="7023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B2FCE7-F894-88A3-9BED-BA33004F4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037" y="2360443"/>
            <a:ext cx="6505575" cy="43910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EB622E-81BE-5A84-C43A-0B8504A28435}"/>
              </a:ext>
            </a:extLst>
          </p:cNvPr>
          <p:cNvSpPr txBox="1"/>
          <p:nvPr/>
        </p:nvSpPr>
        <p:spPr>
          <a:xfrm>
            <a:off x="1" y="1623630"/>
            <a:ext cx="93566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*Τότε έχουμε καλύτερη ανταπόκριση </a:t>
            </a:r>
            <a:r>
              <a:rPr lang="el-G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l-G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=&gt;φωτεινότητα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el-G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στο δεύτερο πηνίο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l-GR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7E07F2-681E-370B-3E57-4934B2BEC608}"/>
              </a:ext>
            </a:extLst>
          </p:cNvPr>
          <p:cNvSpPr txBox="1"/>
          <p:nvPr/>
        </p:nvSpPr>
        <p:spPr>
          <a:xfrm>
            <a:off x="9762568" y="952917"/>
            <a:ext cx="242943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l-GR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όλα λοιπον είναι θέμα χρόνου ή συντονισμού!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03142B-AA7E-94E6-B582-D8F3E8CE19EC}"/>
              </a:ext>
            </a:extLst>
          </p:cNvPr>
          <p:cNvSpPr txBox="1"/>
          <p:nvPr/>
        </p:nvSpPr>
        <p:spPr>
          <a:xfrm>
            <a:off x="8425911" y="113171"/>
            <a:ext cx="15092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και η αντίστοιχη περίοδος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A176ED-9170-BC9F-BA8B-CC0832CE7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959" y="284085"/>
            <a:ext cx="1704112" cy="72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1461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{E6DD4134-FE7F-4D07-99A5-AC648E4BE83E}TF6d5feb1e-e145-43f1-b745-cb4b54c5ee97f09717d9-52e1e9220ecc</Template>
  <TotalTime>329</TotalTime>
  <Words>262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Times New Roman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ΝΕΚΤΑΡΙΟΣ ΚΟΥΡΑΚΗΣ</dc:creator>
  <cp:lastModifiedBy>ΝΕΚΤΑΡΙΟΣ ΚΟΥΡΑΚΗΣ</cp:lastModifiedBy>
  <cp:revision>30</cp:revision>
  <dcterms:created xsi:type="dcterms:W3CDTF">2026-03-24T16:25:19Z</dcterms:created>
  <dcterms:modified xsi:type="dcterms:W3CDTF">2026-04-27T13:57:00Z</dcterms:modified>
</cp:coreProperties>
</file>